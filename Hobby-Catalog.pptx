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15FEFE5-A412-4C35-B584-7AD42C89CD00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FD3D9B0-AD8F-48E4-87FF-CB073FD7788C}" type="slidenum">
              <a:rPr lang="hu-HU" smtClean="0"/>
              <a:t>‹#›</a:t>
            </a:fld>
            <a:endParaRPr lang="hu-H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12494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FEFE5-A412-4C35-B584-7AD42C89CD00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D9B0-AD8F-48E4-87FF-CB073FD778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1131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5FEFE5-A412-4C35-B584-7AD42C89CD00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FD3D9B0-AD8F-48E4-87FF-CB073FD7788C}" type="slidenum">
              <a:rPr lang="hu-HU" smtClean="0"/>
              <a:t>‹#›</a:t>
            </a:fld>
            <a:endParaRPr lang="hu-H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007906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FEFE5-A412-4C35-B584-7AD42C89CD00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D9B0-AD8F-48E4-87FF-CB073FD778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486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FEFE5-A412-4C35-B584-7AD42C89CD00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D9B0-AD8F-48E4-87FF-CB073FD778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73456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FEFE5-A412-4C35-B584-7AD42C89CD00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D9B0-AD8F-48E4-87FF-CB073FD778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6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FEFE5-A412-4C35-B584-7AD42C89CD00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D9B0-AD8F-48E4-87FF-CB073FD778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3236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5FEFE5-A412-4C35-B584-7AD42C89CD00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FD3D9B0-AD8F-48E4-87FF-CB073FD7788C}" type="slidenum">
              <a:rPr lang="hu-HU" smtClean="0"/>
              <a:t>‹#›</a:t>
            </a:fld>
            <a:endParaRPr lang="hu-H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34807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5FEFE5-A412-4C35-B584-7AD42C89CD00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FD3D9B0-AD8F-48E4-87FF-CB073FD7788C}" type="slidenum">
              <a:rPr lang="hu-HU" smtClean="0"/>
              <a:t>‹#›</a:t>
            </a:fld>
            <a:endParaRPr lang="hu-H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33195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FEFE5-A412-4C35-B584-7AD42C89CD00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D9B0-AD8F-48E4-87FF-CB073FD778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7492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FEFE5-A412-4C35-B584-7AD42C89CD00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D9B0-AD8F-48E4-87FF-CB073FD778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0585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A15FEFE5-A412-4C35-B584-7AD42C89CD00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FD3D9B0-AD8F-48E4-87FF-CB073FD7788C}" type="slidenum">
              <a:rPr lang="hu-HU" smtClean="0"/>
              <a:t>‹#›</a:t>
            </a:fld>
            <a:endParaRPr lang="hu-H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95736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kedia.com/finding-your-fun-hobbies-to-help-you-enjoy-your-free-time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vgsilh.com/image/33399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uilding-plan-floor-plan-354233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xhere.com/nl/photo/1438637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xhere.com/en/photo/774502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rantgoddess.blogspot.com/2010/08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photoeverywhere.co.uk/britain/lakedistrict/slides/eskdale_valley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799DD8-A7DC-4433-AC6A-BEF29A357E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Hobbi-Katalógus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30DC0B3-7DE3-4E38-853E-CE65B55F1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742" y="5700237"/>
            <a:ext cx="6831673" cy="1086237"/>
          </a:xfrm>
        </p:spPr>
        <p:txBody>
          <a:bodyPr>
            <a:normAutofit/>
          </a:bodyPr>
          <a:lstStyle/>
          <a:p>
            <a:r>
              <a:rPr lang="hu-HU" sz="1400" dirty="0">
                <a:solidFill>
                  <a:schemeClr val="bg1"/>
                </a:solidFill>
              </a:rPr>
              <a:t>Szűcs Alex, Janicska Balázs</a:t>
            </a:r>
          </a:p>
        </p:txBody>
      </p:sp>
    </p:spTree>
    <p:extLst>
      <p:ext uri="{BB962C8B-B14F-4D97-AF65-F5344CB8AC3E}">
        <p14:creationId xmlns:p14="http://schemas.microsoft.com/office/powerpoint/2010/main" val="1766439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  <a:extLs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693B20-CFD2-4E84-9526-684276262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8239" y="319333"/>
            <a:ext cx="9601200" cy="1485900"/>
          </a:xfrm>
        </p:spPr>
        <p:txBody>
          <a:bodyPr/>
          <a:lstStyle/>
          <a:p>
            <a:r>
              <a:rPr lang="hu-HU" b="1" i="1" dirty="0"/>
              <a:t>Az ötlet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8D63D9B-7992-47BA-88D3-FCD57CAEA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2878" y="1550709"/>
            <a:ext cx="9601200" cy="35814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hu-HU" sz="2400" dirty="0"/>
              <a:t>Weboldal különböző hobbik kereséséhez</a:t>
            </a:r>
          </a:p>
          <a:p>
            <a:pPr>
              <a:lnSpc>
                <a:spcPct val="150000"/>
              </a:lnSpc>
            </a:pPr>
            <a:r>
              <a:rPr lang="hu-HU" sz="2400" dirty="0"/>
              <a:t>Változatos keresési lehetőségek</a:t>
            </a:r>
          </a:p>
          <a:p>
            <a:pPr>
              <a:lnSpc>
                <a:spcPct val="150000"/>
              </a:lnSpc>
            </a:pPr>
            <a:r>
              <a:rPr lang="hu-HU" sz="2400" dirty="0" err="1"/>
              <a:t>Klubbok</a:t>
            </a:r>
            <a:r>
              <a:rPr lang="hu-HU" sz="2400" dirty="0"/>
              <a:t> bemutatása</a:t>
            </a:r>
          </a:p>
          <a:p>
            <a:pPr>
              <a:lnSpc>
                <a:spcPct val="150000"/>
              </a:lnSpc>
            </a:pPr>
            <a:r>
              <a:rPr lang="hu-HU" sz="2400" dirty="0"/>
              <a:t>Árak, elérhetőségek, értékelések</a:t>
            </a:r>
          </a:p>
          <a:p>
            <a:pPr>
              <a:lnSpc>
                <a:spcPct val="150000"/>
              </a:lnSpc>
            </a:pPr>
            <a:r>
              <a:rPr lang="hu-HU" sz="2400" dirty="0"/>
              <a:t>Chatek a hasonló érdekeltségű emberekkel</a:t>
            </a:r>
          </a:p>
          <a:p>
            <a:pPr>
              <a:lnSpc>
                <a:spcPct val="150000"/>
              </a:lnSpc>
            </a:pPr>
            <a:r>
              <a:rPr lang="hu-HU" sz="2400" dirty="0"/>
              <a:t>Mindenki megtalálhatja kedvenc szabadidős tevékenységét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8718867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40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2C7712-DAC1-4827-BC93-AB278C25E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i="1" dirty="0">
                <a:solidFill>
                  <a:schemeClr val="bg1"/>
                </a:solidFill>
              </a:rPr>
              <a:t>Tervezett funkciók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1BA023D-CE69-4B0A-B1C5-F7D8E12A2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Térkép a weboldalon</a:t>
            </a:r>
          </a:p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Klubbok</a:t>
            </a:r>
            <a:r>
              <a:rPr lang="hu-HU" dirty="0">
                <a:solidFill>
                  <a:schemeClr val="bg1"/>
                </a:solidFill>
              </a:rPr>
              <a:t> bemutatása saját felületünkön (</a:t>
            </a:r>
            <a:r>
              <a:rPr lang="hu-HU" dirty="0" err="1">
                <a:solidFill>
                  <a:schemeClr val="bg1"/>
                </a:solidFill>
              </a:rPr>
              <a:t>iframe</a:t>
            </a:r>
            <a:r>
              <a:rPr lang="hu-HU" dirty="0">
                <a:solidFill>
                  <a:schemeClr val="bg1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Szűrők a kereséshez</a:t>
            </a:r>
          </a:p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Admin</a:t>
            </a:r>
            <a:r>
              <a:rPr lang="hu-HU" dirty="0">
                <a:solidFill>
                  <a:schemeClr val="bg1"/>
                </a:solidFill>
              </a:rPr>
              <a:t> és felhasználói felület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Chat funkció a felhasználóknak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Felhasználóbarát felület</a:t>
            </a:r>
          </a:p>
        </p:txBody>
      </p:sp>
    </p:spTree>
    <p:extLst>
      <p:ext uri="{BB962C8B-B14F-4D97-AF65-F5344CB8AC3E}">
        <p14:creationId xmlns:p14="http://schemas.microsoft.com/office/powerpoint/2010/main" val="292140087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4C47B2-441C-4874-8DDE-360FF1E6F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52167"/>
            <a:ext cx="9601200" cy="1485900"/>
          </a:xfrm>
        </p:spPr>
        <p:txBody>
          <a:bodyPr/>
          <a:lstStyle/>
          <a:p>
            <a:r>
              <a:rPr lang="hu-HU" b="1" i="1" dirty="0">
                <a:solidFill>
                  <a:schemeClr val="bg1"/>
                </a:solidFill>
              </a:rPr>
              <a:t>Feladatmegosztás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EB545E0-E669-47CB-94B5-F2A8A4ADE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7736" y="3276600"/>
            <a:ext cx="9601200" cy="3581400"/>
          </a:xfrm>
        </p:spPr>
        <p:txBody>
          <a:bodyPr/>
          <a:lstStyle/>
          <a:p>
            <a:r>
              <a:rPr lang="hu-HU" b="1" i="1" dirty="0">
                <a:solidFill>
                  <a:schemeClr val="bg1"/>
                </a:solidFill>
              </a:rPr>
              <a:t>Szűcs Alex: </a:t>
            </a:r>
          </a:p>
          <a:p>
            <a:pPr lvl="1">
              <a:buFont typeface="Calibri" panose="020F0502020204030204" pitchFamily="34" charset="0"/>
              <a:buChar char="-"/>
            </a:pPr>
            <a:r>
              <a:rPr lang="hu-HU" dirty="0">
                <a:solidFill>
                  <a:schemeClr val="bg1"/>
                </a:solidFill>
              </a:rPr>
              <a:t>Frontend</a:t>
            </a:r>
          </a:p>
          <a:p>
            <a:pPr lvl="1">
              <a:buFont typeface="Calibri" panose="020F0502020204030204" pitchFamily="34" charset="0"/>
              <a:buChar char="-"/>
            </a:pPr>
            <a:r>
              <a:rPr lang="hu-HU" dirty="0">
                <a:solidFill>
                  <a:schemeClr val="bg1"/>
                </a:solidFill>
              </a:rPr>
              <a:t>Adatbázis</a:t>
            </a:r>
          </a:p>
          <a:p>
            <a:pPr lvl="1">
              <a:buFont typeface="Calibri" panose="020F0502020204030204" pitchFamily="34" charset="0"/>
              <a:buChar char="-"/>
            </a:pPr>
            <a:r>
              <a:rPr lang="hu-HU" dirty="0">
                <a:solidFill>
                  <a:schemeClr val="bg1"/>
                </a:solidFill>
              </a:rPr>
              <a:t>Dokumentáció</a:t>
            </a:r>
          </a:p>
          <a:p>
            <a:pPr lvl="1">
              <a:buFont typeface="Calibri" panose="020F0502020204030204" pitchFamily="34" charset="0"/>
              <a:buChar char="-"/>
            </a:pPr>
            <a:endParaRPr lang="hu-HU" dirty="0">
              <a:solidFill>
                <a:schemeClr val="bg1"/>
              </a:solidFill>
            </a:endParaRPr>
          </a:p>
          <a:p>
            <a:r>
              <a:rPr lang="hu-HU" b="1" i="1" dirty="0">
                <a:solidFill>
                  <a:schemeClr val="bg1"/>
                </a:solidFill>
              </a:rPr>
              <a:t>Janicska Balázs:</a:t>
            </a:r>
          </a:p>
          <a:p>
            <a:pPr lvl="1">
              <a:buFont typeface="Calibri" panose="020F0502020204030204" pitchFamily="34" charset="0"/>
              <a:buChar char="-"/>
            </a:pPr>
            <a:r>
              <a:rPr lang="hu-HU" dirty="0">
                <a:solidFill>
                  <a:schemeClr val="bg1"/>
                </a:solidFill>
              </a:rPr>
              <a:t>Backend</a:t>
            </a:r>
          </a:p>
          <a:p>
            <a:pPr lvl="1">
              <a:buFont typeface="Calibri" panose="020F0502020204030204" pitchFamily="34" charset="0"/>
              <a:buChar char="-"/>
            </a:pPr>
            <a:r>
              <a:rPr lang="hu-HU" dirty="0">
                <a:solidFill>
                  <a:schemeClr val="bg1"/>
                </a:solidFill>
              </a:rPr>
              <a:t>Adatbázis</a:t>
            </a:r>
          </a:p>
          <a:p>
            <a:pPr lvl="1">
              <a:buFont typeface="Calibri" panose="020F0502020204030204" pitchFamily="34" charset="0"/>
              <a:buChar char="-"/>
            </a:pPr>
            <a:r>
              <a:rPr lang="hu-HU" dirty="0">
                <a:solidFill>
                  <a:schemeClr val="bg1"/>
                </a:solidFill>
              </a:rPr>
              <a:t>Dokumentáció</a:t>
            </a:r>
          </a:p>
          <a:p>
            <a:pPr marL="1828800" lvl="4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9959896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25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C36F4B-9809-49B2-86EB-C511CD730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i="1" dirty="0">
                <a:solidFill>
                  <a:schemeClr val="bg1"/>
                </a:solidFill>
              </a:rPr>
              <a:t>Aktuális előrehaladás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074B664-C334-4063-8D3A-B19F08198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sz="2800" dirty="0">
                <a:solidFill>
                  <a:schemeClr val="bg1"/>
                </a:solidFill>
              </a:rPr>
              <a:t>Adatbázis szerkezet</a:t>
            </a:r>
          </a:p>
          <a:p>
            <a:pPr>
              <a:lnSpc>
                <a:spcPct val="150000"/>
              </a:lnSpc>
            </a:pPr>
            <a:r>
              <a:rPr lang="hu-HU" sz="2800" dirty="0">
                <a:solidFill>
                  <a:schemeClr val="bg1"/>
                </a:solidFill>
              </a:rPr>
              <a:t>Adatbázis feltöltése</a:t>
            </a:r>
          </a:p>
          <a:p>
            <a:pPr>
              <a:lnSpc>
                <a:spcPct val="150000"/>
              </a:lnSpc>
            </a:pPr>
            <a:r>
              <a:rPr lang="hu-HU" sz="2800" dirty="0">
                <a:solidFill>
                  <a:schemeClr val="bg1"/>
                </a:solidFill>
              </a:rPr>
              <a:t>Kezdetleges felhasználói felület</a:t>
            </a:r>
          </a:p>
          <a:p>
            <a:pPr>
              <a:lnSpc>
                <a:spcPct val="150000"/>
              </a:lnSpc>
            </a:pPr>
            <a:r>
              <a:rPr lang="hu-HU" sz="2800" dirty="0">
                <a:solidFill>
                  <a:schemeClr val="bg1"/>
                </a:solidFill>
              </a:rPr>
              <a:t>Szűrés kategóriák alapján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8564630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46B2E0-0A68-47D5-A88C-754532DE0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i="1" dirty="0">
                <a:solidFill>
                  <a:schemeClr val="bg1"/>
                </a:solidFill>
              </a:rPr>
              <a:t>Mi van még hátra?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DDF68D2-4324-4860-A45B-E871ECC2E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hu-HU" sz="2800" dirty="0">
                <a:solidFill>
                  <a:schemeClr val="bg1"/>
                </a:solidFill>
              </a:rPr>
              <a:t>Térkép</a:t>
            </a:r>
          </a:p>
          <a:p>
            <a:pPr>
              <a:lnSpc>
                <a:spcPct val="150000"/>
              </a:lnSpc>
            </a:pPr>
            <a:r>
              <a:rPr lang="hu-HU" sz="2800" dirty="0">
                <a:solidFill>
                  <a:schemeClr val="bg1"/>
                </a:solidFill>
              </a:rPr>
              <a:t>Chat funkció</a:t>
            </a:r>
          </a:p>
          <a:p>
            <a:pPr>
              <a:lnSpc>
                <a:spcPct val="150000"/>
              </a:lnSpc>
            </a:pPr>
            <a:r>
              <a:rPr lang="hu-HU" sz="2800" dirty="0">
                <a:solidFill>
                  <a:schemeClr val="bg1"/>
                </a:solidFill>
              </a:rPr>
              <a:t>Felhasználói és </a:t>
            </a:r>
            <a:r>
              <a:rPr lang="hu-HU" sz="2800" dirty="0" err="1">
                <a:solidFill>
                  <a:schemeClr val="bg1"/>
                </a:solidFill>
              </a:rPr>
              <a:t>admin</a:t>
            </a:r>
            <a:r>
              <a:rPr lang="hu-HU" sz="2800" dirty="0">
                <a:solidFill>
                  <a:schemeClr val="bg1"/>
                </a:solidFill>
              </a:rPr>
              <a:t> felület</a:t>
            </a:r>
          </a:p>
          <a:p>
            <a:pPr>
              <a:lnSpc>
                <a:spcPct val="150000"/>
              </a:lnSpc>
            </a:pPr>
            <a:r>
              <a:rPr lang="hu-HU" sz="2800" dirty="0">
                <a:solidFill>
                  <a:schemeClr val="bg1"/>
                </a:solidFill>
              </a:rPr>
              <a:t>Adatbázis és weboldal összecsatolása</a:t>
            </a:r>
          </a:p>
          <a:p>
            <a:pPr>
              <a:lnSpc>
                <a:spcPct val="150000"/>
              </a:lnSpc>
            </a:pPr>
            <a:r>
              <a:rPr lang="hu-HU" sz="2800" dirty="0">
                <a:solidFill>
                  <a:schemeClr val="bg1"/>
                </a:solidFill>
              </a:rPr>
              <a:t>Képek a weboldalhoz</a:t>
            </a:r>
          </a:p>
        </p:txBody>
      </p:sp>
    </p:spTree>
    <p:extLst>
      <p:ext uri="{BB962C8B-B14F-4D97-AF65-F5344CB8AC3E}">
        <p14:creationId xmlns:p14="http://schemas.microsoft.com/office/powerpoint/2010/main" val="172291411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40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07D4629A-45C4-431F-85FE-2B0288F0A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379887"/>
            <a:ext cx="8361229" cy="2098226"/>
          </a:xfrm>
        </p:spPr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259248893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Körülvágás">
  <a:themeElements>
    <a:clrScheme name="Zöld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Körülvágás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Körülvágá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TM10001105[[fn=Körülvágás]]</Template>
  <TotalTime>63</TotalTime>
  <Words>105</Words>
  <Application>Microsoft Office PowerPoint</Application>
  <PresentationFormat>Szélesvásznú</PresentationFormat>
  <Paragraphs>38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0" baseType="lpstr">
      <vt:lpstr>Calibri</vt:lpstr>
      <vt:lpstr>Franklin Gothic Book</vt:lpstr>
      <vt:lpstr>Körülvágás</vt:lpstr>
      <vt:lpstr>Hobbi-Katalógus</vt:lpstr>
      <vt:lpstr>Az ötlet</vt:lpstr>
      <vt:lpstr>Tervezett funkciók</vt:lpstr>
      <vt:lpstr>Feladatmegosztás</vt:lpstr>
      <vt:lpstr>Aktuális előrehaladás</vt:lpstr>
      <vt:lpstr>Mi van még hátra?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Hobby-Catalog</dc:title>
  <dc:creator>Janicska Balázs</dc:creator>
  <cp:lastModifiedBy>Janicska Balázs</cp:lastModifiedBy>
  <cp:revision>9</cp:revision>
  <dcterms:created xsi:type="dcterms:W3CDTF">2026-10-06T11:14:50Z</dcterms:created>
  <dcterms:modified xsi:type="dcterms:W3CDTF">2026-10-06T12:17:57Z</dcterms:modified>
</cp:coreProperties>
</file>